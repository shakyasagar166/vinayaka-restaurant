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82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✦ SMART RESTAURANT TRANSFORMATION PITCH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Garam Masala Family Restaurant</a:t>
            </a:r>
          </a:p>
          <a:p>
            <a:pPr algn="ctr">
              <a:defRPr sz="2000" b="1">
                <a:solidFill>
                  <a:srgbClr val="FDE68A"/>
                </a:solidFill>
              </a:defRPr>
            </a:pPr>
            <a:r>
              <a:t>Next-Gen QR Table Ordering, Kitchen Automation &amp; Daily Sales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749039"/>
            <a:ext cx="3108960" cy="1188720"/>
          </a:xfrm>
          <a:prstGeom prst="roundRect">
            <a:avLst/>
          </a:prstGeom>
          <a:solidFill>
            <a:srgbClr val="0E121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84047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💰 100% Commission-Free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Zero Swiggy/Zomato commission on dine-in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749039"/>
            <a:ext cx="3108960" cy="1188720"/>
          </a:xfrm>
          <a:prstGeom prst="roundRect">
            <a:avLst/>
          </a:prstGeom>
          <a:solidFill>
            <a:srgbClr val="0E121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7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25% Faster Table Turnover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Instant contactless orders direct to kitchen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49039"/>
            <a:ext cx="3108960" cy="1188720"/>
          </a:xfrm>
          <a:prstGeom prst="roundRect">
            <a:avLst/>
          </a:prstGeom>
          <a:solidFill>
            <a:srgbClr val="0E121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840479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🛡️ Captain 1-Click Verification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Zero fake orders &amp; complete waste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0"/>
                </a:solidFill>
              </a:defRPr>
            </a:pPr>
            <a:r>
              <a:t>Prepared for Restaurant Owner • Sagar Shakya &amp; Management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Traditional Paper Menu Ki Problems vs Smart QR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A0F1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❌ Purane Paper Menu Ki Musibatein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Waiter Ke Intezar Me Delay: Customer 10-15 minute baitha rehta hai sirf order likhwane ke liye.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Menu Printing Ka Bada Kharcha: Rate ya dish badalne par har baar ₹5,000-₹10,000 ke naye menu print karwao.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Order Likhne Me Galtiyan: Waiter ne Full ki jagah Half likh diya ya mirch ka note bhool gaya - khana barbad!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Sold Out Dish Par Gusse Wale Customer: Khatam hui dish mangne par 'Nahi hai' bolna padta hai, customer naraz hota hai.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Daily Hisaab Me Gadbadi: Raat ko kacchi parchiyan jodte jodte ghante lagte 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D1E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✅ Garam Masala Smart QR Solution</a:t>
            </a:r>
          </a:p>
          <a:p>
            <a:pPr>
              <a:defRPr sz="1200">
                <a:solidFill>
                  <a:srgbClr val="D1FAE5"/>
                </a:solidFill>
              </a:defRPr>
            </a:pPr>
            <a:r>
              <a:t>• Instant Table Ordering: Table par baithte hi mobile se scan kiya aur 60 second me order direct kitchen screen par!</a:t>
            </a:r>
          </a:p>
          <a:p>
            <a:pPr>
              <a:defRPr sz="1200">
                <a:solidFill>
                  <a:srgbClr val="D1FAE5"/>
                </a:solidFill>
              </a:defRPr>
            </a:pPr>
            <a:r>
              <a:t>• ₹0 Zero Re-Printing Cost: Nayi dish add karni ho ya rate badalna ho, mobile se 10 second me update ho jata hai.</a:t>
            </a:r>
          </a:p>
          <a:p>
            <a:pPr>
              <a:defRPr sz="1200">
                <a:solidFill>
                  <a:srgbClr val="D1FAE5"/>
                </a:solidFill>
              </a:defRPr>
            </a:pPr>
            <a:r>
              <a:t>• 100% Sahi Order (Zero Mistake): Customer ka exact portion aur special chef note seedha kitchen display par jata hai.</a:t>
            </a:r>
          </a:p>
          <a:p>
            <a:pPr>
              <a:defRPr sz="1200">
                <a:solidFill>
                  <a:srgbClr val="D1FAE5"/>
                </a:solidFill>
              </a:defRPr>
            </a:pPr>
            <a:r>
              <a:t>• 1-Click In Stock / Sold Out Control: Dish khatam hote hi 1 click me sold out mark karo, customer complaint zero!</a:t>
            </a:r>
          </a:p>
          <a:p>
            <a:pPr>
              <a:defRPr sz="1200">
                <a:solidFill>
                  <a:srgbClr val="D1FAE5"/>
                </a:solidFill>
              </a:defRPr>
            </a:pPr>
            <a:r>
              <a:t>• Live Daily Hisaab &amp; Analytics: Aaj kitni sale hui, kaun si dish sabse zyada biki - sab 1 click me live dikhta hai.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Restaurateur Ke Liye 4 Badi Kamai Aur Bachat Ke Raste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💰 100% Commission-Free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Zomato/Swiggy Ko ₹0 Commission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Dine-in customers ke har order ka 100% paisa aur pura profit seedha aapke gulle me rehta hai. Third party ko 25-30% dena band!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📈 15-20% Badi AOV Sale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Photos &amp; Category Slider Se Zyada Order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Sundar visual food photos aur 'Chef Special ⭐' dekh kar customer Roti, Chaap, Dal Makhni aur Cold drinks zyada cart me add karta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⚡ 25% Fast Table Turnover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Peak Rush Me 2x Zyada Customer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Waiter ka intezar khatam. Khana jaldi banega, jaldi serve hoga aur peak lunch/dinner time me tables jaldi free hokar naye customer baith sakeinge.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82880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👥 Kam Staff Me Zyada Tables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Staff Salary Me Seedhi Bachat</a:t>
            </a:r>
          </a:p>
          <a:p>
            <a:pPr>
              <a:defRPr sz="1100">
                <a:solidFill>
                  <a:srgbClr val="A0AEC0"/>
                </a:solidFill>
              </a:defRPr>
            </a:pPr>
            <a:r>
              <a:t>Pehle har 3-4 table par 1 waiter chahiye hota tha. Ab 2 waiter poore restaurant ki 15-20 tables aasaani se handle kar sakte 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Exclusive Security: 'Captain 1-Click Confirmation' (Fake Orders Se Bachav)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18140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🛡️ Sabse Bada Sawal: 'Agar koi ghar baithkar QR photo se nakli order karega to?'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Humne aapke liye 100% Foolproof Captain Verification System banaya hai jisse ₹1 ka bhi raw material waste nahi hoga!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60320" cy="3474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1: Customer Places Order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Customer table par QR scan karke order bhejta hai. Status dikhta hai: 'Table Verification In Progress...'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834640"/>
            <a:ext cx="2560320" cy="3474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2: Captain Screen Sound Alert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Admin/Captain ke mobile/tablet par chime bajti hai aur upar alert aata hai: 'Table 4 Verification Needed'.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834640"/>
            <a:ext cx="2560320" cy="3474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3: Waiter Table Verification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Waiter Table 4 ki taraf dekhta hai: Agar sach me log baithe hain, to wo 1-Click me 'Accept &amp; Send to Kitchen' dabata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834640"/>
            <a:ext cx="2560320" cy="3474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301752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Step 4: Pranksters 1-Click Rejection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Agar Table 4 khaali hai (kisi ne ghar se prank kiya), waiter 'Reject (Khaali Table)' dabata hai. Khana banega hi nahi, 100% Bachat!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Customer Ke Liye 5-Star Experience: Zero App Download, Zero 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📱 Kisi App Ki Zaroorat Nahi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Customer ko koi 50MB ka Zomato ya Swiggy app download nahi karna. Camera se scan kiya aur browser me seedha menu khul gaya.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⚡ No Login, No OTP Hassle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Phone number ya OTP dalne ka jhanjhat nahi. Customer seedha baith kar instant bina kisi rukawat ke order kar sakta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🍲 101 Dishes &amp; 10 Categories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Paneer, Chaap, Chinese, Tandoor, Rolls, Dals, Noodles ka smooth horizontal category slider - ungli se slide karo aur cart me add karo.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🥣 Full vs Half Portion Clarity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Menu card ki exact pricing (Full aur Half alag-alag). Customer ko bill aur portion ki 100% transparency milti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🕒 Live Order Status Tracking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Screen par live steps dikhte hain: 'Table Verification' ➔ 'Kitchen Me Ban Raha Hai' ➔ 'Table Par Serve Hua' ➔ 'Order Complete'.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892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💬 Chef Special Request Box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Customer dish ke sath note likh sakta hai: 'Less spicy', 'Extra crispy roti', 'Pehle cold drinks lana' - seedha kitchen tak.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Kitchen Display System (KDS) &amp; Waiter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🔔 Real-Time Sound &amp; Visual Alerts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Jaise hi naya order aata hai, kitchen/counter par audio chime bajti hai aur Table number screen par highlight hota hai. Koi order miss hone ka chance hi nahi!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512064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📋 Clear Cooking Orders &amp; Special Notes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Chef ko screen par exact quantity, dish name, aur customer ka cooking note (e.g. 'Bina pyaaz', 'Extra spicy') saaf dikhta hai. KOT gum hone ka jhanjhat khatam.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🔄 1-Click Order Lifecycle Workflow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Waiter ek click me status change karta hai: 'Start Cooking' ➔ 'Mark Food Served' ➔ 'Bill Paid &amp; Complete'.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2062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🗑️ Permanent Delete For Cancelled Orders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Jo orders cancel ya reject ho gaye hain, unhe 1-click me permanently delete karne ka option taaki counter screen hamesha saaf aur fresh rahe.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Owner Ke Liye Daily Sales, Cost &amp; Hisaab-Kitaab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📅 Date Filter (Aaj, Kal, Pichla Mahina) — </a:t>
            </a:r>
            <a:r>
              <a:rPr sz="1100" b="0">
                <a:solidFill>
                  <a:srgbClr val="FFFFFF"/>
                </a:solidFill>
              </a:rPr>
              <a:t>Today, Yesterday, Last 7 Days, Last 30 Days ya Calendar se koi bhi puraani tareekh chun kar us din ka pura hisaab dekhein.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💰 Total Sales &amp; Average Bill (AOV) — </a:t>
            </a:r>
            <a:r>
              <a:rPr sz="1100" b="0">
                <a:solidFill>
                  <a:srgbClr val="FFFFFF"/>
                </a:solidFill>
              </a:rPr>
              <a:t>Kul kitni kamai hui, kitne orders serve hue, aur har table ne lagbhag kitna spend kiya - sab real-time calculation 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🥘 Top Selling Dishes Report — </a:t>
            </a:r>
            <a:r>
              <a:rPr sz="1100" b="0">
                <a:solidFill>
                  <a:srgbClr val="FFFFFF"/>
                </a:solidFill>
              </a:rPr>
              <a:t>Aaj kaun si dish sabse zyada biki? (Jaise Shahi Paneer 12 plate, Dal Makhni 8 plate). Isse grocery aur raw material khareedna aasan hota hai.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📍 Table-Wise Business Report — </a:t>
            </a:r>
            <a:r>
              <a:rPr sz="1100" b="0">
                <a:solidFill>
                  <a:srgbClr val="FFFFFF"/>
                </a:solidFill>
              </a:rPr>
              <a:t>Kaunsi table se kitni sale hui (Rooftop vs Family Dining Hall), taaki aapko pata chale kaun sa seating area zyada kamai de raha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🖨️ 1-Click Print Daily Closing Summary — </a:t>
            </a:r>
            <a:r>
              <a:rPr sz="1100" b="0">
                <a:solidFill>
                  <a:srgbClr val="FFFFFF"/>
                </a:solidFill>
              </a:rPr>
              <a:t>Raat ko dukan band karte waqt 1-click me poore din ka closing summary print karein ya PDF save karein. Kacchi parchiyon ka jhanjhat khatam!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Garam Masala Restaurant Ka Monthly Munafa &amp; ROI Projection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1945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₹45,000+</a:t>
            </a:r>
          </a:p>
          <a:p>
            <a:pPr algn="ctr">
              <a:defRPr sz="1300" b="1">
                <a:solidFill>
                  <a:srgbClr val="F59E0B"/>
                </a:solidFill>
              </a:defRPr>
            </a:pPr>
            <a:r>
              <a:t>Zomato/Swiggy Commission Bachat</a:t>
            </a:r>
          </a:p>
          <a:p>
            <a:pPr algn="ctr">
              <a:defRPr sz="1000">
                <a:solidFill>
                  <a:srgbClr val="A0AEC0"/>
                </a:solidFill>
              </a:defRPr>
            </a:pPr>
            <a:r>
              <a:t>Dine-in orders par 25-30% commission zero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21945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8288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15% - 20%</a:t>
            </a:r>
          </a:p>
          <a:p>
            <a:pPr algn="ctr">
              <a:defRPr sz="1300" b="1">
                <a:solidFill>
                  <a:srgbClr val="F59E0B"/>
                </a:solidFill>
              </a:defRPr>
            </a:pPr>
            <a:r>
              <a:t>Average Bill Growth</a:t>
            </a:r>
          </a:p>
          <a:p>
            <a:pPr algn="ctr">
              <a:defRPr sz="1000">
                <a:solidFill>
                  <a:srgbClr val="A0AEC0"/>
                </a:solidFill>
              </a:defRPr>
            </a:pPr>
            <a:r>
              <a:t>Photos &amp; category slider se extra add-ons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45920"/>
            <a:ext cx="2560320" cy="21945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8288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₹15,000+</a:t>
            </a:r>
          </a:p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Staff Efficiency Savings</a:t>
            </a:r>
          </a:p>
          <a:p>
            <a:pPr algn="ctr">
              <a:defRPr sz="1000">
                <a:solidFill>
                  <a:srgbClr val="A0AEC0"/>
                </a:solidFill>
              </a:defRPr>
            </a:pPr>
            <a:r>
              <a:t>Kam waiter me zyada tables smooth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45920"/>
            <a:ext cx="2560320" cy="21945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18288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₹12,000</a:t>
            </a:r>
          </a:p>
          <a:p>
            <a:pPr algn="ctr">
              <a:defRPr sz="1300" b="1">
                <a:solidFill>
                  <a:srgbClr val="F59E0B"/>
                </a:solidFill>
              </a:defRPr>
            </a:pPr>
            <a:r>
              <a:t>Yearly Menu Printing Bachat</a:t>
            </a:r>
          </a:p>
          <a:p>
            <a:pPr algn="ctr">
              <a:defRPr sz="1000">
                <a:solidFill>
                  <a:srgbClr val="A0AEC0"/>
                </a:solidFill>
              </a:defRPr>
            </a:pPr>
            <a:r>
              <a:t>Digital menu updates with zero paper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2201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🎯 Bottom Line: Yeh System Restaurant Ke Liye Kharcha Nahi, Munafa Machine Hai!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Agar aapka restaurant daily 30-40 tables serve karta hai, to fast table turnover, extra item add-on, aur zero commission ki wajah se har mahine ₹50,000 se ₹75,000 tak ka seedha extra fayda hoga!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GARAM MASALA RESTAURANT • SMART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Restaurant Me Ise Chalu Kaise Karein? (3 Simple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⏱️ 1 Din Me Ready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Step 1: Branded Table QR Standees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Admin panel me jakar 'Print All QR Cards' dabayein. Har table ka unique acrylic standee print hokar table par lag jayega.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383280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⏱️ Sirf 15 Minute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Step 2: Staff &amp; Kitchen 10-Min Demo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Staff ko 1-Click Captain Confirmation aur Kitchen order board dikhana. Use karna WhatsApp chalane se bhi aasan hai!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45920"/>
            <a:ext cx="3383280" cy="466344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⏱️ Day 1 Se Results</a:t>
            </a:r>
          </a:p>
          <a:p>
            <a:pPr>
              <a:defRPr sz="1800" b="1">
                <a:solidFill>
                  <a:srgbClr val="F59E0B"/>
                </a:solidFill>
              </a:defRPr>
            </a:pPr>
            <a:r>
              <a:t>Step 3: Go Live &amp; Enjoy Profit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Customer aayenge, QR scan karke order karenge. Aapke mobile par daily sales ki live report aayegi!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82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Garam Masala Family Restaurant Ko Banayein Smart &amp; Digital!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Aaj Hi Live Demo Dekhein Aur Apne Restaurant Ki Kamai Ko Naye Level Par Le Jayein.</a:t>
            </a:r>
          </a:p>
          <a:p>
            <a:pPr algn="ctr">
              <a:defRPr sz="1400" b="1">
                <a:solidFill>
                  <a:srgbClr val="FDE68A"/>
                </a:solidFill>
              </a:defRPr>
            </a:pPr>
            <a:br/>
            <a:r>
              <a:t>✦ Modern QR Dining • Captain Verification • Kitchen Display • Daily Sales Analytics ✦</a:t>
            </a:r>
          </a:p>
          <a:p>
            <a:pPr algn="ctr">
              <a:defRPr sz="1600" b="1">
                <a:solidFill>
                  <a:srgbClr val="10B981"/>
                </a:solidFill>
              </a:defRPr>
            </a:pPr>
            <a:br/>
            <a:r>
              <a:t>Thank You! Let's Discuss Any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